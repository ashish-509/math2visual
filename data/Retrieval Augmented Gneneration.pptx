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ADEA8-038E-6651-59C3-1B5DD400D6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2BC202-E59F-A7E4-2A26-402AC33F34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A6AE1-E7FF-C0ED-8268-ECD6FF62C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B1AE-0F71-47C0-98CE-5ABDA62664E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85FE9-F766-9359-2E05-5C3C4516E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3BA6E-6E77-0348-BDFC-069FF7C37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8DE0-F0BA-4974-91FE-DF624687B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876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4BB30-05ED-762A-B186-45CBD68A8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36DF2-F24F-A81B-53B4-6DDF8D786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15383-E162-B813-E4C4-C52796E92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B1AE-0F71-47C0-98CE-5ABDA62664E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F1F62-6C1F-71A9-24CC-10C009BA7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62568-2B4F-9012-9718-463263D70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8DE0-F0BA-4974-91FE-DF624687B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486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3C80C-9471-06BF-EC2D-F001C0CE4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FB5EC-D527-1C44-67D8-CA24FC207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2C258-3ADA-7BF3-EFF3-2F1BE6E3F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B1AE-0F71-47C0-98CE-5ABDA62664E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9D73F-DFE3-80E8-2E48-3B0B418A4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EE054-E981-6C32-AF31-CBBD2B58D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8DE0-F0BA-4974-91FE-DF624687B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1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13E94-F719-F389-3409-80F4DDCA3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6BE94-BC7F-6162-3B9C-D1A5C09E5C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AE1F40-950F-5828-1655-486C0F1F8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C6E46-CD94-C216-059F-BDEF7B997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B1AE-0F71-47C0-98CE-5ABDA62664E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CC740-DAF4-598B-DA92-291A62E6C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C8489-30E1-F614-3DC2-D4469203E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8DE0-F0BA-4974-91FE-DF624687B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200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E6F9B-5B9C-E3B3-724E-CF91E6D0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23777-A6E2-3CEA-F690-FB05A6DF4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3A532-BBE5-8A17-19E5-C46936CEE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98D365-4D90-A05F-2975-3FBBBC2A59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DD24F3-0795-8791-1236-E3F0E921E0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008160-9DD8-4FCF-3E6B-6CEB50C6E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B1AE-0F71-47C0-98CE-5ABDA62664E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41ED6E-862C-3063-1941-9FA4ED012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0E624F-DF60-5DA1-FF8F-765AB1E99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8DE0-F0BA-4974-91FE-DF624687B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078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19439-A7AA-8FF0-D8BA-44961D71E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E09420-772C-6133-22AD-59E0CAC09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B1AE-0F71-47C0-98CE-5ABDA62664E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062C18-2AAE-F40E-0DB3-471F43F78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BD9989-1D96-5553-EC21-59D7B11F8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8DE0-F0BA-4974-91FE-DF624687B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305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568C12-F471-3D1C-29E1-C6BBA796B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B1AE-0F71-47C0-98CE-5ABDA62664E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4D7AE9-EDAD-E256-3575-3CDFBACE5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2DB8E-5612-0FB9-2B18-F6B7E54B4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8DE0-F0BA-4974-91FE-DF624687B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68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D9885-6AB0-34C5-3E3F-BB68E6901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F5DFE-AE78-484B-15EB-3C3EFCA26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A8ACEA-866C-F63C-0DA9-7CCC811347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9F2191-D97C-5640-F26B-0EAD07B6F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B1AE-0F71-47C0-98CE-5ABDA62664E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11071D-C6BC-2F77-E0D8-DE3B1220F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B059A-DC02-A5E6-7859-42B57C4E2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8DE0-F0BA-4974-91FE-DF624687B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22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996D4-AD8D-EC18-A63E-64D392554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57042B-B31A-90CD-8179-78C2E581A9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F7D43D-4A08-E741-D334-26CCA8AA6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E62352-AC69-9BDC-C4B2-D420B7591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B1AE-0F71-47C0-98CE-5ABDA62664E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28766B-8179-A568-BDCE-D159FA41C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DCCE31-6547-7504-84E4-B359675F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8DE0-F0BA-4974-91FE-DF624687B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162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F9765-7659-6AA9-BFFA-384DB9F94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C0D5F8-F360-F55E-322E-A9D7E32CB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A8224-3328-247A-68AB-17953D5CF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B1AE-0F71-47C0-98CE-5ABDA62664E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99534-1E6A-4AA0-1C47-8AE43C776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BF881-2546-95A8-C46D-C78BDDE3E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8DE0-F0BA-4974-91FE-DF624687B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614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4C87E0-DA65-2E33-6BD8-866C73DFFE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AFF68C-BB36-16E7-77F8-B89543F92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20C71-9A99-3098-F28B-A7EEB5178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B1AE-0F71-47C0-98CE-5ABDA62664E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8DD96-AD0B-4FCA-9CD0-043B751C6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374D2-A5FE-49E8-B87B-FA3549356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8DE0-F0BA-4974-91FE-DF624687B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877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982C6C-938C-9110-19A8-A66B0F74F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4B3E8-C4AA-CDE5-C0BC-51E11E32E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8784B-3E89-A378-2D81-D7FFEBCD94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1B1AE-0F71-47C0-98CE-5ABDA62664E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D5AFB-4C6C-694B-C5BB-D7EA5E4D4C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DEB54-0B7A-9ECF-B081-C7D433834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88DE0-F0BA-4974-91FE-DF624687B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814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EC4DB-691D-7329-ED44-218B2C286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750897"/>
          </a:xfrm>
        </p:spPr>
        <p:txBody>
          <a:bodyPr/>
          <a:lstStyle/>
          <a:p>
            <a:r>
              <a:rPr lang="en-US" dirty="0"/>
              <a:t>Retrieval Augmented </a:t>
            </a:r>
            <a:r>
              <a:rPr lang="en-US" dirty="0" err="1"/>
              <a:t>Gneneration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527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B2A10-06D2-9050-8C70-6C2301477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RAG Pipeline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1F89F4B-4286-4902-C665-A7C6F368E0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60767"/>
            <a:ext cx="10515600" cy="4281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4046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Retrieval Augmented Gneneration</vt:lpstr>
      <vt:lpstr>RAG Pipeline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Retrieval Augmented Gneneration</dc:title>
  <dc:creator>Mukesh Bhatta</dc:creator>
  <cp:lastModifiedBy>Mukesh Bhatta</cp:lastModifiedBy>
  <cp:revision>1</cp:revision>
  <dcterms:created xsi:type="dcterms:W3CDTF">2025-07-11T11:03:05Z</dcterms:created>
  <dcterms:modified xsi:type="dcterms:W3CDTF">2025-07-11T11:15:48Z</dcterms:modified>
</cp:coreProperties>
</file>